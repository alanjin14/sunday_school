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18CF8"/>
                </a:solidFill>
                <a:latin typeface="Calibri"/>
              </a:defRPr>
            </a:pPr>
            <a:r>
              <a:t>ECC REDMOND  |  APRIL 5, 2026 — EASTER SUNDAY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Conquering Through Christ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Sunday School — Middle Schoolers (Grades 6–8)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Romans 8:31-39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F1D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UNSTOPPABLE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I'll describe an obstacle. You shout what can STOP it</a:t>
            </a:r>
            <a:br/>
            <a:r>
              <a:t>— or say "UNSTOPPABLE" if nothing can!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Get ready...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can stop...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A speeding train?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can stop...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A flood of water?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can stop...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A viral TikTok trend?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can stop...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Your alarm clock</a:t>
            </a:r>
            <a:br/>
            <a:r>
              <a:t>on Monday morning?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9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can stop...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A lion chasing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Pastor Steven mentioned 1 Peter 5:8 —</a:t>
            </a:r>
            <a:br/>
            <a:r>
              <a:t>"Your adversary, the devil, prowls around like a roaring lion..."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A5A5"/>
                </a:solidFill>
                <a:latin typeface="Calibri"/>
              </a:defRPr>
            </a:pPr>
            <a:r>
              <a:t>What can stop...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God's love for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86EFAC"/>
                </a:solidFill>
                <a:latin typeface="Calibri"/>
              </a:defRPr>
            </a:pPr>
            <a:r>
              <a:t>NOTHING.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Happy Easter!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Pastor Steven said: God doesn't leave Easter in the past.</a:t>
            </a:r>
            <a:br/>
            <a:r>
              <a:t>God wants Easter in our present lives.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5EEAD4"/>
                </a:solidFill>
                <a:latin typeface="Calibri"/>
              </a:defRPr>
            </a:pPr>
            <a:r>
              <a:t>Christ's death and resurrection aren't just history —</a:t>
            </a:r>
            <a:br/>
            <a:r>
              <a:t>they are resurrection power for living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FBBF24"/>
                </a:solidFill>
                <a:latin typeface="Calibri"/>
              </a:defRPr>
            </a:pPr>
            <a:r>
              <a:t>What then shall we say</a:t>
            </a:r>
            <a:br/>
            <a:r>
              <a:t>to these things?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BBF24"/>
                </a:solidFill>
                <a:latin typeface="Calibri"/>
              </a:defRPr>
            </a:pPr>
            <a:r>
              <a:t>Key 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1">
                <a:solidFill>
                  <a:srgbClr val="E2E8F0"/>
                </a:solidFill>
                <a:latin typeface="Calibri"/>
              </a:defRPr>
            </a:pPr>
            <a:r>
              <a:t>"What then shall we say to these things?</a:t>
            </a:r>
            <a:br/>
            <a:r>
              <a:t>If God is for us, who is against us?</a:t>
            </a:r>
            <a:br/>
            <a:r>
              <a:t>He who did not spare His own Son,</a:t>
            </a:r>
            <a:br/>
            <a:r>
              <a:t>but delivered Him over for us all,</a:t>
            </a:r>
            <a:br/>
            <a:r>
              <a:t>how will He not also with Him</a:t>
            </a:r>
            <a:br/>
            <a:r>
              <a:t>freely give us all things?"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Romans 8:31-32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1">
                <a:solidFill>
                  <a:srgbClr val="E2E8F0"/>
                </a:solidFill>
                <a:latin typeface="Calibri"/>
              </a:defRPr>
            </a:pPr>
            <a:r>
              <a:t>"But in all these things we overwhelmingly</a:t>
            </a:r>
            <a:br/>
            <a:r>
              <a:t>conquer through Him who loved us.</a:t>
            </a:r>
            <a:br/>
            <a:r>
              <a:t>For I am convinced that neither death, nor life,</a:t>
            </a:r>
            <a:br/>
            <a:r>
              <a:t>nor angels, nor principalities, nor things present,</a:t>
            </a:r>
            <a:br/>
            <a:r>
              <a:t>nor things to come, nor powers, nor height, nor depth,</a:t>
            </a:r>
            <a:br/>
            <a:r>
              <a:t>nor any other created thing will be able to separate us</a:t>
            </a:r>
            <a:br/>
            <a:r>
              <a:t>from the love of God that is in Christ Jesus our Lord."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Romans 8:37-39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818CF8"/>
                </a:solidFill>
                <a:latin typeface="Calibri"/>
              </a:defRPr>
            </a:pPr>
            <a:r>
              <a:t>Easter Sermon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1F5F9"/>
                </a:solidFill>
                <a:latin typeface="Calibri"/>
              </a:defRPr>
            </a:pPr>
            <a:r>
              <a:t>Conquering Through Christ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▸  The Question:  What shall we say to these things? (v. 31a)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▸  5 Answers:  Five rhetorical questions (vv. 31b-36)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▸  Conclusion:  God's love is the power that overcomes (vv. 37-39)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3C5FD"/>
                </a:solidFill>
                <a:latin typeface="Calibri"/>
              </a:defRPr>
            </a:pPr>
            <a:r>
              <a:t>Key Idea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God Already Paid the Highest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If God gave up His own Son for us, why would He skip the easy stuff?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A man who buys a $500K boat doesn't leave it parked in his driveway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God paid the ultimate price to get you — He's NOT going to forget about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"Has God forgotten me?" — Absolutely not. He's right there in your life.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1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ABFC"/>
                </a:solidFill>
                <a:latin typeface="Calibri"/>
              </a:defRPr>
            </a:pPr>
            <a:r>
              <a:t>Key Idea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Nothing Can Condemn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"Not guilty" is NOT the same as "innocent"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Like a debt that's been paid by someone else — the debt is GONE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Jesus fully and completely paid our debt of sin. It is finished.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Satan wants you to wallow in guilt. God wants you to confess, get up, and keep walking.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4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FBBF24"/>
                </a:solidFill>
                <a:latin typeface="Calibri"/>
              </a:defRPr>
            </a:pPr>
            <a:r>
              <a:t>Right Now, Jesus Is Praying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875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 i="1">
                <a:solidFill>
                  <a:srgbClr val="E2E8F0"/>
                </a:solidFill>
                <a:latin typeface="Calibri"/>
              </a:defRPr>
            </a:pPr>
            <a:r>
              <a:t>"Simon, Simon, behold, Satan has demanded</a:t>
            </a:r>
            <a:br/>
            <a:r>
              <a:t>to sift you like wheat, but I have prayed</a:t>
            </a:r>
            <a:br/>
            <a:r>
              <a:t>for you, that your faith will not fail."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Luke 22:31-32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4A3B8"/>
                </a:solidFill>
                <a:latin typeface="Calibri"/>
              </a:defRPr>
            </a:pPr>
            <a:r>
              <a:t>TWO persons of the Trinity — Jesus AND the Holy Spirit —</a:t>
            </a:r>
            <a:br/>
            <a:r>
              <a:t>are praying for you right now.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6EFAC"/>
                </a:solidFill>
                <a:latin typeface="Calibri"/>
              </a:defRPr>
            </a:pPr>
            <a:r>
              <a:t>Key Idea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We Are "Super Conquerors"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"Overwhelmingly conquer" = super conqueror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A super conqueror takes his enemies and makes them serve him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God takes what Satan uses against us and turns it for our 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We conquer not by our own strength but through Him who loved 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7DD3FC"/>
                </a:solidFill>
                <a:latin typeface="Calibri"/>
              </a:defRPr>
            </a:pPr>
            <a:r>
              <a:t>All Things Work Together for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BBF24"/>
                </a:solidFill>
                <a:latin typeface="Calibri"/>
              </a:defRPr>
            </a:pPr>
            <a:r>
              <a:t>💀 Death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965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4A3B8"/>
                </a:solidFill>
                <a:latin typeface="Calibri"/>
              </a:defRPr>
            </a:pPr>
            <a:r>
              <a:t>frees us from broken bodies → brings us to Jesus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BBF24"/>
                </a:solidFill>
                <a:latin typeface="Calibri"/>
              </a:defRPr>
            </a:pPr>
            <a:r>
              <a:t>🌱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29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4A3B8"/>
                </a:solidFill>
                <a:latin typeface="Calibri"/>
              </a:defRPr>
            </a:pPr>
            <a:r>
              <a:t>gives us room to grow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BBF24"/>
                </a:solidFill>
                <a:latin typeface="Calibri"/>
              </a:defRPr>
            </a:pPr>
            <a:r>
              <a:t>👼 Angels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4A3B8"/>
                </a:solidFill>
                <a:latin typeface="Calibri"/>
              </a:defRPr>
            </a:pPr>
            <a:r>
              <a:t>serve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BBF24"/>
                </a:solidFill>
                <a:latin typeface="Calibri"/>
              </a:defRPr>
            </a:pPr>
            <a:r>
              <a:t>⚔️ Trials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4A3B8"/>
                </a:solidFill>
                <a:latin typeface="Calibri"/>
              </a:defRPr>
            </a:pPr>
            <a:r>
              <a:t>strengthen our faith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BBF24"/>
                </a:solidFill>
                <a:latin typeface="Calibri"/>
              </a:defRPr>
            </a:pPr>
            <a:r>
              <a:t>🌍 Present things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29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4A3B8"/>
                </a:solidFill>
                <a:latin typeface="Calibri"/>
              </a:defRPr>
            </a:pPr>
            <a:r>
              <a:t>teach us only Christ satisfies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BBF24"/>
                </a:solidFill>
                <a:latin typeface="Calibri"/>
              </a:defRPr>
            </a:pPr>
            <a:r>
              <a:t>🔮 Future things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892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4A3B8"/>
                </a:solidFill>
                <a:latin typeface="Calibri"/>
              </a:defRPr>
            </a:pPr>
            <a:r>
              <a:t>are under God's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Everything is made to serve God's saving, sanctifying love work in you.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0" i="1">
                <a:solidFill>
                  <a:srgbClr val="E2E8F0"/>
                </a:solidFill>
                <a:latin typeface="Calibri"/>
              </a:defRPr>
            </a:pPr>
            <a:r>
              <a:t>"You are from God, little children,</a:t>
            </a:r>
            <a:br/>
            <a:r>
              <a:t>and have overcome them;</a:t>
            </a:r>
            <a:br/>
            <a:r>
              <a:t>because greater is He who is in you</a:t>
            </a:r>
            <a:br/>
            <a:r>
              <a:t>than he who is in the world."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4A3B8"/>
                </a:solidFill>
                <a:latin typeface="Calibri"/>
              </a:defRPr>
            </a:pPr>
            <a:r>
              <a:t>— 1 John 4:4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BBF24"/>
                </a:solidFill>
                <a:latin typeface="Calibri"/>
              </a:defRPr>
            </a:pPr>
            <a:r>
              <a:t>C.H. Spurgeon — A Real Super Conqueror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One of the 5 greatest preachers in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At age 20, a prank caused a stampede — 7 died. He suffered lifelong depression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Also suffered severe gout — bedridden for days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Yet he never gave up. Planted 200+ churches. Started a seminary.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He conquered by holding on to Christ and never letting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94A3B8"/>
                </a:solidFill>
                <a:latin typeface="Calibri"/>
              </a:defRPr>
            </a:pPr>
            <a:r>
              <a:t>"You don't have to be happy and clappy all the time</a:t>
            </a:r>
            <a:br/>
            <a:r>
              <a:t>to be faithful to Christ."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FBBF24"/>
                </a:solidFill>
                <a:latin typeface="Calibri"/>
              </a:defRPr>
            </a:pPr>
            <a:r>
              <a:t>How Should We Respond?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828800"/>
            <a:ext cx="66751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BBF24"/>
                </a:solidFill>
              </a:defRPr>
            </a:pPr>
            <a:r>
              <a:t>🌅  Bring Easter into your daily life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017520"/>
            <a:ext cx="66751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BBF24"/>
                </a:solidFill>
              </a:defRPr>
            </a:pPr>
            <a:r>
              <a:t>📖  Love and serve God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4206240"/>
            <a:ext cx="66751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BBF24"/>
                </a:solidFill>
              </a:defRPr>
            </a:pPr>
            <a:r>
              <a:t>🤝  Care for those God cares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4A3B8"/>
                </a:solidFill>
                <a:latin typeface="Calibri"/>
              </a:defRPr>
            </a:pPr>
            <a:r>
              <a:t>Difficulties are not just burdens — they are opportunities to look to God.</a:t>
            </a:r>
            <a:br/>
            <a:r>
              <a:t>Easter is resurrection power for living TODAY.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C4B5FD"/>
                </a:solidFill>
                <a:latin typeface="Calibri"/>
              </a:defRPr>
            </a:pPr>
            <a:r>
              <a:t>Recommended Video (11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BibleProject: Romans 5–16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BBF24"/>
                </a:solidFill>
                <a:latin typeface="Calibri"/>
              </a:defRPr>
            </a:pPr>
            <a:r>
              <a:t>▶  youtube.com/watch?v=0SVTl4Xa5fY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Click link above or search "BibleProject Romans 5-16"</a:t>
            </a:r>
            <a:br/>
            <a:r>
              <a:t>Covers Romans 5–16 including Romans 8 and God's unbreakable love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BBF24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1">
                <a:solidFill>
                  <a:srgbClr val="E2E8F0"/>
                </a:solidFill>
                <a:latin typeface="Calibri"/>
              </a:defRPr>
            </a:pPr>
            <a:r>
              <a:t>God already paid the highest price for you.</a:t>
            </a:r>
            <a:br/>
            <a:r>
              <a:t>Absolutely NOTHING can separate you from His love.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Not your worst day. Not your biggest failure.</a:t>
            </a:r>
            <a:br/>
            <a:r>
              <a:t>Not your deepest fear.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86EFAC"/>
                </a:solidFill>
                <a:latin typeface="Calibri"/>
              </a:defRPr>
            </a:pPr>
            <a:r>
              <a:t>You are more than a conqueror.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Small Group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Split into groups of 4-5 with a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818CF8"/>
                </a:solidFill>
                <a:latin typeface="Calibri"/>
              </a:defRPr>
            </a:pPr>
            <a:r>
              <a:t>No judgment zone. Share honestly.</a:t>
            </a:r>
            <a:br/>
            <a:r>
              <a:t>Ask questions. Listen to each 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
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18CF8"/>
                </a:solidFill>
                <a:latin typeface="Calibri"/>
              </a:defRPr>
            </a:pPr>
            <a:r>
              <a:t>ECC REDMOND  |  MARCH 15,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1F5F9"/>
                </a:solidFill>
                <a:latin typeface="Calibri"/>
              </a:defRPr>
            </a:pPr>
            <a:r>
              <a:t>The Power to Set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Sunday School — Middle Schoolers (Grades 6–8)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Romans 8:1-4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Escape Room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You've been locked in a room for an ENTIRE YEAR.</a:t>
            </a:r>
            <a:br/>
            <a:r>
              <a:t>No phone. No Wi-Fi. No choosing your own food. Total lockdown.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5EEAD4"/>
                </a:solidFill>
                <a:latin typeface="Calibri"/>
              </a:defRPr>
            </a:pPr>
            <a:r>
              <a:t>The door opens. You're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What are the FIRST 3 things you do?!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You have 30 seconds. GO!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OK let's see how your answers stack up</a:t>
            </a:r>
            <a:br/>
            <a:r>
              <a:t>against REAL DATA from released prisoners!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Real Answer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Spending time with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Real Answer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Eating what you want, where you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First stop = favorite restaurant or a home-cooked meal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Real Answer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Taking a long, private shower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No joke — this is a huge deal when you haven't had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Real Answer 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Picking out clothes that are YOUR style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5EEAD4"/>
                </a:solidFill>
                <a:latin typeface="Calibri"/>
              </a:defRPr>
            </a:pPr>
            <a:r>
              <a:t>Real Answer 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Just being alone outside somewhere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1F5F9"/>
                </a:solidFill>
                <a:latin typeface="Calibri"/>
              </a:defRPr>
            </a:pPr>
            <a:r>
              <a:t>Plot twist...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The Bible says that before we knew Christ,</a:t>
            </a:r>
            <a:br/>
            <a:r>
              <a:t>we were ALL prisoners.</a:t>
            </a:r>
            <a:br/>
            <a:r>
              <a:t>Not locked in a building —</a:t>
            </a:r>
            <a:br/>
            <a:r>
              <a:t>but locked up by sin and death.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Last week's sermon was about how</a:t>
            </a:r>
            <a:br/>
            <a:r>
              <a:t>Jesus literally broke us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Key 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E2E8F0"/>
                </a:solidFill>
                <a:latin typeface="Calibri"/>
              </a:defRPr>
            </a:pPr>
            <a:r>
              <a:t>"There is therefore now no condemnation for those</a:t>
            </a:r>
            <a:br/>
            <a:r>
              <a:t>who are in Christ Jesus. For the law of the Spirit of life</a:t>
            </a:r>
            <a:br/>
            <a:r>
              <a:t>has set you free in Christ Jesus from the law of sin and death."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Romans 8:1-2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818CF8"/>
                </a:solidFill>
                <a:latin typeface="Calibri"/>
              </a:defRPr>
            </a:pPr>
            <a:r>
              <a:t>Last Week's Sermon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The Power to Set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1:  The Law of Sin and Death Defeated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2:  The Prisoners Freed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▸  Part 3:  The Life in the Spirit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3C5FD"/>
                </a:solidFill>
                <a:latin typeface="Calibri"/>
              </a:defRPr>
            </a:pPr>
            <a:r>
              <a:t>Key 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Boss Battle: Christ vs. the Grave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The final boss — the Grave Lord (sin &amp; death) — was undefeated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Jesus took off His royal armor, disguised Himself as an ordinary soldier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He grabbed the Grave Lord and hurled them both off a cliff into the 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After 3 days, Jesus rose — because He has the power of life in Him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He returned to the enemy's prison camp and freed every captive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93C5FD"/>
                </a:solidFill>
                <a:latin typeface="Calibri"/>
              </a:defRPr>
            </a:pPr>
            <a:r>
              <a:t>Three Things Changed for 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201168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⚔️  The war is WON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20040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🔓  The prison doors are 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38912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BBF24"/>
                </a:solidFill>
              </a:defRPr>
            </a:pPr>
            <a:r>
              <a:t>📜  The contract is CANCELED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3C5FD"/>
                </a:solidFill>
                <a:latin typeface="Calibri"/>
              </a:defRPr>
            </a:pPr>
            <a:r>
              <a:t>We don't owe sin anything anymore.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Key 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F1F5F9"/>
                </a:solidFill>
                <a:latin typeface="Calibri"/>
              </a:defRPr>
            </a:pPr>
            <a:r>
              <a:t>The Ultimate 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From A Tale of Two Cities — Darnay is sentenced to die for his family's crimes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His look-alike Carton sneaks into prison, drugs him, swaps clothes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Carton — totally innocent — dies in Darnay's place at the guillotine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That's what Jesus did: He took our place and gave us His freedom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1">
                <a:solidFill>
                  <a:srgbClr val="E2E8F0"/>
                </a:solidFill>
                <a:latin typeface="Calibri"/>
              </a:defRPr>
            </a:pPr>
            <a:r>
              <a:t>"For our sake God made him to be sin who knew no sin,</a:t>
            </a:r>
            <a:br/>
            <a:r>
              <a:t>so that in him we might become the righteousness of God."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2 Corinthians 5:21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Key 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F1F5F9"/>
                </a:solidFill>
                <a:latin typeface="Calibri"/>
              </a:defRPr>
            </a:pPr>
            <a:r>
              <a:t>Don't Go Back to Jail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Jesus didn't break us out so we'd live like escaped criminals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He freed us to live a completely new life in His Spirit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But sometimes we voluntarily walk back into prison...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We start serving false masters that promise freedom but deliver condemnation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False Masters = Terrible Bosses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1F5F9"/>
                </a:solidFill>
                <a:latin typeface="Calibri"/>
              </a:defRPr>
            </a:pPr>
            <a:r>
              <a:t>They reward you when you win, crush you when you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📱  Social Media — likes = great, left on read = crushed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📊  Grades — A = amazing, bad score = "I'm a failure"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👟  Appearance — new outfit = confidence, bad hair day = hide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🏆  Being the Best — winning = freedom, losing = worthless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86EFAC"/>
                </a:solidFill>
                <a:latin typeface="Calibri"/>
              </a:defRPr>
            </a:pPr>
            <a:r>
              <a:t>None of these things forgive you when you fail. Only Jesus does.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1">
                <a:solidFill>
                  <a:srgbClr val="E2E8F0"/>
                </a:solidFill>
                <a:latin typeface="Calibri"/>
              </a:defRPr>
            </a:pPr>
            <a:r>
              <a:t>"Everybody has to live for something. Whatever that something is</a:t>
            </a:r>
            <a:br/>
            <a:r>
              <a:t>becomes 'Lord of your life,' whether you think of it that way or not.</a:t>
            </a:r>
            <a:br/>
            <a:br/>
            <a:r>
              <a:t>Jesus is the only Lord who, if you receive him, will fulfill you</a:t>
            </a:r>
            <a:br/>
            <a:r>
              <a:t>completely, and, if you fail him, will forgive you eternally."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— Tim Keller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Which life do you want?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87171"/>
                </a:solidFill>
                <a:latin typeface="Calibri"/>
              </a:defRPr>
            </a:pPr>
            <a:r>
              <a:t>Serving a False Master 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Can't stop replaying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"I'm so stupid" self-talk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Imagining everyone judges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CA5A5"/>
                </a:solidFill>
                <a:latin typeface="Calibri"/>
              </a:defRPr>
            </a:pPr>
            <a:r>
              <a:t>▸  Judging others by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6EFAC"/>
                </a:solidFill>
                <a:latin typeface="Calibri"/>
              </a:defRPr>
            </a:pPr>
            <a:r>
              <a:t>Walking in Christ's Spirit 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Love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Joy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Peace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Patience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Kindness, Goodness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17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Faithfulness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BBF7D0"/>
                </a:solidFill>
                <a:latin typeface="Calibri"/>
              </a:defRPr>
            </a:pPr>
            <a:r>
              <a:t>▸  Gentleness, Self-control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4B5FD"/>
                </a:solidFill>
                <a:latin typeface="Calibri"/>
              </a:defRPr>
            </a:pPr>
            <a:r>
              <a:t>Recommended Video (8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BibleProject: Romans 5–16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BBF24"/>
                </a:solidFill>
                <a:latin typeface="Calibri"/>
              </a:defRPr>
            </a:pPr>
            <a:r>
              <a:t>▶  youtube.com/watch?v=0SVTl4Xa5fY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Click link above or search "BibleProject Romans 5-16"</a:t>
            </a:r>
            <a:br/>
            <a:r>
              <a:t>Covers Romans 5–16 themes including freedom from condemnation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1">
                <a:solidFill>
                  <a:srgbClr val="E2E8F0"/>
                </a:solidFill>
                <a:latin typeface="Calibri"/>
              </a:defRPr>
            </a:pPr>
            <a:r>
              <a:t>"There is therefore now NO condemnation</a:t>
            </a:r>
            <a:br/>
            <a:r>
              <a:t>for those who are in Christ Jesus."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E2E8F0"/>
                </a:solidFill>
                <a:latin typeface="Calibri"/>
              </a:defRPr>
            </a:pPr>
            <a:r>
              <a:t>Not some. Not a little.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BBF24"/>
                </a:solidFill>
                <a:latin typeface="Calibri"/>
              </a:defRPr>
            </a:pPr>
            <a:r>
              <a:t>NONE. ZERO. NADA.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Small Group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Split into groups of 4-5 with a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18CF8"/>
                </a:solidFill>
                <a:latin typeface="Calibri"/>
              </a:defRPr>
            </a:pPr>
            <a:r>
              <a:t>No judgment zone. Share honestly.</a:t>
            </a:r>
            <a:br/>
            <a:r>
              <a:t>Ask questions. Listen to each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
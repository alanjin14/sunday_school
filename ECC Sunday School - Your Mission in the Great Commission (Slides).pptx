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818CF8"/>
                </a:solidFill>
                <a:latin typeface="Calibri"/>
              </a:defRPr>
            </a:pPr>
            <a:r>
              <a:t>ECC REDMOND  |  APRIL 26,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1F5F9"/>
                </a:solidFill>
                <a:latin typeface="Calibri"/>
              </a:defRPr>
            </a:pPr>
            <a:r>
              <a:t>Your Mission in the Great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0233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Sunday School — Middle Schoolers (Grades 6–8)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6634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Acts 13:1-5  |  Elder Elton Lee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20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 i="0">
                <a:solidFill>
                  <a:srgbClr val="F1F5F9"/>
                </a:solidFill>
                <a:latin typeface="Calibri"/>
              </a:defRPr>
            </a:pPr>
            <a:r>
              <a:t>MISSION: POSSIBLE!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9184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Every great hero gets a mission.</a:t>
            </a:r>
            <a:br/>
            <a:r>
              <a:t>Let’s see if you can name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FCD34D"/>
                </a:solidFill>
                <a:latin typeface="Calibri"/>
              </a:defRPr>
            </a:pPr>
            <a:r>
              <a:t>Round 1 — Who’s the mission?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53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D34D"/>
                </a:solidFill>
                <a:latin typeface="Calibri"/>
              </a:defRPr>
            </a:pPr>
            <a:r>
              <a:t>Whose mission?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"With great power comes</a:t>
            </a:r>
            <a:br/>
            <a:r>
              <a:t>responsibility.</a:t>
            </a:r>
            <a:br/>
            <a:r>
              <a:t>Mission: protect New York."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FCD34D"/>
                </a:solidFill>
                <a:latin typeface="Calibri"/>
              </a:defRPr>
            </a:pPr>
            <a:r>
              <a:t>→  Spider-Man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53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D34D"/>
                </a:solidFill>
                <a:latin typeface="Calibri"/>
              </a:defRPr>
            </a:pPr>
            <a:r>
              <a:t>Whose mission?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"That’s one small step for man…</a:t>
            </a:r>
            <a:br/>
            <a:r>
              <a:t>Mission: walk on the moon."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FCD34D"/>
                </a:solidFill>
                <a:latin typeface="Calibri"/>
              </a:defRPr>
            </a:pPr>
            <a:r>
              <a:t>→  Apollo 11 / Neil Armstrong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53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D34D"/>
                </a:solidFill>
                <a:latin typeface="Calibri"/>
              </a:defRPr>
            </a:pPr>
            <a:r>
              <a:t>Whose mission?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"Cross the entire ocean to find</a:t>
            </a:r>
            <a:br/>
            <a:r>
              <a:t>one little fish.</a:t>
            </a:r>
            <a:br/>
            <a:r>
              <a:t>Mission: rescue your son."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FCD34D"/>
                </a:solidFill>
                <a:latin typeface="Calibri"/>
              </a:defRPr>
            </a:pPr>
            <a:r>
              <a:t>→  Marlin (Finding Nemo)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4530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FCD34D"/>
                </a:solidFill>
                <a:latin typeface="Calibri"/>
              </a:defRPr>
            </a:pPr>
            <a:r>
              <a:t>Whose mission?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"Take a magic ring to a volcano</a:t>
            </a:r>
            <a:br/>
            <a:r>
              <a:t>and throw it in.</a:t>
            </a:r>
            <a:br/>
            <a:r>
              <a:t>Mission: destroy the One Ring."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FCD34D"/>
                </a:solidFill>
                <a:latin typeface="Calibri"/>
              </a:defRPr>
            </a:pPr>
            <a:r>
              <a:t>→  Frodo / The Fellowship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86EFAC"/>
                </a:solidFill>
                <a:latin typeface="Calibri"/>
              </a:defRPr>
            </a:pPr>
            <a:r>
              <a:t>Whose mission?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"Go therefore and make disciples</a:t>
            </a:r>
            <a:br/>
            <a:r>
              <a:t>of all nations…"</a:t>
            </a:r>
            <a:br/>
            <a:r>
              <a:t>Mission: 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86EFAC"/>
                </a:solidFill>
                <a:latin typeface="Calibri"/>
              </a:defRPr>
            </a:pPr>
            <a:r>
              <a:t>EVERY CHRISTIAN.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66928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Including you. Yes — even at age 12.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220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Round 2: How does the hero</a:t>
            </a:r>
            <a:br/>
            <a:r>
              <a:t>get the mission?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0292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Quick — match each one!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How the Mission Arrives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371600" y="1554480"/>
            <a:ext cx="9418320" cy="640080"/>
          </a:xfrm>
          <a:prstGeom prst="roundRect">
            <a:avLst/>
          </a:prstGeom>
          <a:solidFill>
            <a:srgbClr val="F1F5F9">
              <a:lumMod val="5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🎬  Mission: Impossible  —  self-destructing tape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2331720"/>
            <a:ext cx="9418320" cy="640080"/>
          </a:xfrm>
          <a:prstGeom prst="roundRect">
            <a:avLst/>
          </a:prstGeom>
          <a:solidFill>
            <a:srgbClr val="F1F5F9">
              <a:lumMod val="5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🏰  Frodo  —  Council of Elrond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108960"/>
            <a:ext cx="9418320" cy="640080"/>
          </a:xfrm>
          <a:prstGeom prst="roundRect">
            <a:avLst/>
          </a:prstGeom>
          <a:solidFill>
            <a:srgbClr val="F1F5F9">
              <a:lumMod val="5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🌌  Star Wars  —  hologram in R2-D2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371600" y="3886200"/>
            <a:ext cx="9418320" cy="640080"/>
          </a:xfrm>
          <a:prstGeom prst="roundRect">
            <a:avLst/>
          </a:prstGeom>
          <a:solidFill>
            <a:srgbClr val="F1F5F9">
              <a:lumMod val="5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📜  Avengers  —  Nick Fury at your door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20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And in Acts 13?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5760720"/>
            <a:ext cx="9418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5EEAD4"/>
                </a:solidFill>
                <a:latin typeface="Calibri"/>
              </a:defRPr>
            </a:pPr>
            <a:r>
              <a:t>The Holy Spirit speaks while the church is worshiping and fasting.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 i="0">
                <a:solidFill>
                  <a:srgbClr val="F1F5F9"/>
                </a:solidFill>
                <a:latin typeface="Calibri"/>
              </a:defRPr>
            </a:pPr>
            <a:r>
              <a:t>If God wanted to give YOU</a:t>
            </a:r>
            <a:br/>
            <a:r>
              <a:t>a mission this week…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… would you actually be paying enough attention</a:t>
            </a:r>
            <a:br/>
            <a:r>
              <a:t>to hear Him?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That’s what today’s lesson is about.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Acts 13:1-2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1">
                <a:solidFill>
                  <a:srgbClr val="E2E8F0"/>
                </a:solidFill>
                <a:latin typeface="Calibri"/>
              </a:defRPr>
            </a:pPr>
            <a:r>
              <a:t>"Now in the church at Antioch</a:t>
            </a:r>
            <a:br/>
            <a:r>
              <a:t>there were prophets and teachers…</a:t>
            </a:r>
            <a:br/>
            <a:r>
              <a:t>While they were worshiping the Lord and fasting,</a:t>
            </a:r>
            <a:br/>
            <a:r>
              <a:t>the Holy Spirit said,</a:t>
            </a:r>
            <a:br/>
            <a:r>
              <a:t>‘Set apart for me Barnabas and Saul</a:t>
            </a:r>
            <a:br/>
            <a:r>
              <a:t>for the work to which I have called them.’"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Acts 13:1-2 (NIV)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 i="0">
                <a:solidFill>
                  <a:srgbClr val="FBBF24"/>
                </a:solidFill>
                <a:latin typeface="Calibri"/>
              </a:defRPr>
            </a:pPr>
            <a:r>
              <a:t>Acts 13:3-5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E2E8F0"/>
                </a:solidFill>
                <a:latin typeface="Calibri"/>
              </a:defRPr>
            </a:pPr>
            <a:r>
              <a:t>"So after they had fasted and prayed,</a:t>
            </a:r>
            <a:br/>
            <a:r>
              <a:t>they placed their hands on them and sent them off.</a:t>
            </a:r>
            <a:br/>
            <a:r>
              <a:t>The two of them, sent on their way by the Holy Spirit,</a:t>
            </a:r>
            <a:br/>
            <a:r>
              <a:t>went down to Seleucia and sailed from there to Cyprus.</a:t>
            </a:r>
            <a:br/>
            <a:r>
              <a:t>When they arrived at Salamis, they proclaimed the word of God…"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8521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94A3B8"/>
                </a:solidFill>
                <a:latin typeface="Calibri"/>
              </a:defRPr>
            </a:pPr>
            <a:r>
              <a:t>— Acts 13:3-5 (NIV)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731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 i="0">
                <a:solidFill>
                  <a:srgbClr val="818CF8"/>
                </a:solidFill>
                <a:latin typeface="Calibri"/>
              </a:defRPr>
            </a:pPr>
            <a:r>
              <a:t>Elder Elton Lee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Your Mission in the Great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1)  The Holy Spirit Initiates God’s Global 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2044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2)  The Church Responds — as Sender AND Sent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976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▸  3)  Your Mission: Learn → Discern → Confirm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86EFAC"/>
                </a:solidFill>
                <a:latin typeface="Calibri"/>
              </a:defRPr>
            </a:pPr>
            <a:r>
              <a:t>Quick Recap from Last Week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From Scattered → Sending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194560"/>
            <a:ext cx="521208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Acts 8:</a:t>
            </a:r>
            <a:br/>
            <a:r>
              <a:t>Persecution scatters believers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2377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2194560"/>
            <a:ext cx="484632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BBF24"/>
                </a:solidFill>
              </a:defRPr>
            </a:pPr>
            <a:r>
              <a:t>They plant the Antioch church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5486400" cy="914400"/>
          </a:xfrm>
          <a:prstGeom prst="roundRect">
            <a:avLst/>
          </a:prstGeom>
          <a:solidFill>
            <a:srgbClr val="FBBF24">
              <a:lumMod val="15000"/>
            </a:srgbClr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BBF24"/>
                </a:solidFill>
              </a:defRPr>
            </a:pPr>
            <a:r>
              <a:t>Acts 13:</a:t>
            </a:r>
            <a:br/>
            <a:r>
              <a:t>Antioch sends Paul + Barnabas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365760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0">
                <a:solidFill>
                  <a:srgbClr val="94A3B8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3474720"/>
            <a:ext cx="4572000" cy="914400"/>
          </a:xfrm>
          <a:prstGeom prst="roundRect">
            <a:avLst/>
          </a:prstGeom>
          <a:solidFill>
            <a:srgbClr val="86EFAC">
              <a:lumMod val="15000"/>
            </a:srgbClr>
          </a:solidFill>
          <a:ln w="254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86EFAC"/>
                </a:solidFill>
              </a:defRPr>
            </a:pPr>
            <a:r>
              <a:t>Gospel goes to the</a:t>
            </a:r>
            <a:br/>
            <a:r>
              <a:t>ends of the earth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12064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94A3B8"/>
                </a:solidFill>
                <a:latin typeface="Calibri"/>
              </a:defRPr>
            </a:pPr>
            <a:r>
              <a:t>The persecuted became the senders.</a:t>
            </a:r>
            <a:br/>
            <a:r>
              <a:t>God writes the best comeback stories.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4A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93C5FD"/>
                </a:solidFill>
                <a:latin typeface="Calibri"/>
              </a:defRPr>
            </a:pPr>
            <a:r>
              <a:t>Key Idea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 i="0">
                <a:solidFill>
                  <a:srgbClr val="F1F5F9"/>
                </a:solidFill>
                <a:latin typeface="Calibri"/>
              </a:defRPr>
            </a:pPr>
            <a:r>
              <a:t>The Holy Spirit Initiates God’s 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 church wasn’t in a strategy meeting — they were worshiping and fasting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The Holy Spirit’s fingerprints are everywhere in Acts (13:4, 13:9, 16:6-9)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God already has a plan — we just need to find our place in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"God is always calling — are we responding?"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ABFC"/>
                </a:solidFill>
                <a:latin typeface="Calibri"/>
              </a:defRPr>
            </a:pPr>
            <a:r>
              <a:t>Two-Part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Are You Actually Listening?</a:t>
            </a:r>
            <a:br/>
            <a:r>
              <a:t>Are You Actually Responding?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1089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Listening: put down the 5x2 inch screen long enough to hear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86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Responding: don’t ghost God when His call is uncomfortable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6634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"Sometimes His calling is costly. That’s the point of being a living sacrifice."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7DD3FC"/>
                </a:solidFill>
                <a:latin typeface="Calibri"/>
              </a:defRPr>
            </a:pPr>
            <a:r>
              <a:t>Key Idea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 i="0">
                <a:solidFill>
                  <a:srgbClr val="F1F5F9"/>
                </a:solidFill>
                <a:latin typeface="Calibri"/>
              </a:defRPr>
            </a:pPr>
            <a:r>
              <a:t>The Church Responds:</a:t>
            </a:r>
            <a:br/>
            <a:r>
              <a:t>Sender AND Sent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 i="0">
                <a:solidFill>
                  <a:srgbClr val="E2E8F0"/>
                </a:solidFill>
                <a:latin typeface="Calibri"/>
              </a:defRPr>
            </a:pPr>
            <a:r>
              <a:t>The Holy Spirit initiates.</a:t>
            </a:r>
            <a:br/>
            <a:r>
              <a:t>The Church responds — in two roles.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532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6EFAC"/>
                </a:solidFill>
                <a:latin typeface="Calibri"/>
              </a:defRPr>
            </a:pPr>
            <a:r>
              <a:t>The Church as SENDER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Antioch gave THREE things: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💰  Resources — Antioch was wealthy. They gave generously.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546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💔  Their best people — Barnabas + Paul, no leftovers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0" i="0">
                <a:solidFill>
                  <a:srgbClr val="E2E8F0"/>
                </a:solidFill>
                <a:latin typeface="Calibri"/>
              </a:defRPr>
            </a:pPr>
            <a:r>
              <a:t>▸  🙏  Prayer + encouragement — they backed their missionaries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ECC parallel: ~$500K/yr, 40+ long-term missionaries, 17 countries, 7 from ECC.</a:t>
            </a:r>
            <a:br/>
            <a:r>
              <a:t>Mission Fund needs YOUR earmarked giving.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ABFC"/>
                </a:solidFill>
                <a:latin typeface="Calibri"/>
              </a:defRPr>
            </a:pPr>
            <a:r>
              <a:t>The Church as SENT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Attributes of "the Sent":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🎯  Missional — share with anyone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0312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📅  Available — God’s agenda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🔄  Flexible — drop your plans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✋  Willing — say yes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103327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E2E8F0"/>
                </a:solidFill>
              </a:defRPr>
            </a:pPr>
            <a:r>
              <a:t>💝  Servant heart — selfless (like Paul: beaten, jailed, faithful)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19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 i="0">
                <a:solidFill>
                  <a:srgbClr val="FCD34D"/>
                </a:solidFill>
                <a:latin typeface="Calibri"/>
              </a:defRPr>
            </a:pPr>
            <a:r>
              <a:t>Plot Twist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2801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 i="0">
                <a:solidFill>
                  <a:srgbClr val="F1F5F9"/>
                </a:solidFill>
                <a:latin typeface="Calibri"/>
              </a:defRPr>
            </a:pPr>
            <a:r>
              <a:t>Paul used to be a persecutor.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He was part of the very persecution that scattered</a:t>
            </a:r>
            <a:br/>
            <a:r>
              <a:t>believers to Antioch — the church that’s now</a:t>
            </a:r>
            <a:br/>
            <a:r>
              <a:t>sending him out.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114800"/>
            <a:ext cx="94183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1">
                <a:solidFill>
                  <a:srgbClr val="86EFAC"/>
                </a:solidFill>
                <a:latin typeface="Calibri"/>
              </a:defRPr>
            </a:pPr>
            <a:r>
              <a:t>"He is a chosen instrument of mine</a:t>
            </a:r>
            <a:br/>
            <a:r>
              <a:t>to carry my name before the Gentiles and kings…"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94A3B8"/>
                </a:solidFill>
                <a:latin typeface="Calibri"/>
              </a:defRPr>
            </a:pPr>
            <a:r>
              <a:t>— Acts 9:15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12648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FBBF24"/>
                </a:solidFill>
                <a:latin typeface="Calibri"/>
              </a:defRPr>
            </a:pPr>
            <a:r>
              <a:t>If God can use Paul, He can use you.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0" i="1">
                <a:solidFill>
                  <a:srgbClr val="E2E8F0"/>
                </a:solidFill>
                <a:latin typeface="Calibri"/>
              </a:defRPr>
            </a:pPr>
            <a:r>
              <a:t>"For to me, to live is Christ</a:t>
            </a:r>
            <a:br/>
            <a:r>
              <a:t>and to die is gain."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— Philippians 1:21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BBF24"/>
                </a:solidFill>
                <a:latin typeface="Calibri"/>
              </a:defRPr>
            </a:pPr>
            <a:r>
              <a:t>Paul fully embodied the surrendered life.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818CF8"/>
                </a:solidFill>
                <a:latin typeface="Calibri"/>
              </a:defRPr>
            </a:pPr>
            <a:r>
              <a:t>Key Idea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Your Mission in the Great Commission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All are called to the Great Commission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6324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Not all are called to cross-cultural missions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Start local — but don’t stop there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177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E2E8F0"/>
                </a:solidFill>
                <a:latin typeface="Calibri"/>
              </a:defRPr>
            </a:pPr>
            <a:r>
              <a:t>▸  "The Great Commission is not the Great Suggestion." — Rick Warren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69A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 i="0">
                <a:solidFill>
                  <a:srgbClr val="7DD3FC"/>
                </a:solidFill>
                <a:latin typeface="Calibri"/>
              </a:defRPr>
            </a:pPr>
            <a:r>
              <a:t>Demystifying "Calling"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Three Steps to Find Yours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011680"/>
            <a:ext cx="10698480" cy="1371600"/>
          </a:xfrm>
          <a:prstGeom prst="roundRect">
            <a:avLst/>
          </a:prstGeom>
          <a:solidFill>
            <a:srgbClr val="F1F5F9">
              <a:lumMod val="5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STEP 1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📖  LEARN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Posture of a student. Explore what God is doing.</a:t>
            </a:r>
            <a:br/>
            <a:r>
              <a:t>Take a class, browse joshuaproject.net, attend a missions conference.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20440"/>
            <a:ext cx="10698480" cy="1371600"/>
          </a:xfrm>
          <a:prstGeom prst="roundRect">
            <a:avLst/>
          </a:prstGeom>
          <a:solidFill>
            <a:srgbClr val="F1F5F9">
              <a:lumMod val="5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STEP 2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🧭  DISCERN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Look at: Passion · Gifting · Opportunity · Prayer · Wise counsel.</a:t>
            </a:r>
            <a:br/>
            <a:r>
              <a:t>What’s God wired you for?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029200"/>
            <a:ext cx="10698480" cy="1371600"/>
          </a:xfrm>
          <a:prstGeom prst="roundRect">
            <a:avLst/>
          </a:prstGeom>
          <a:solidFill>
            <a:srgbClr val="F1F5F9">
              <a:lumMod val="5000"/>
            </a:srgbClr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91440"/>
          <a:lstStyle/>
          <a:p>
            <a:pPr algn="ctr">
              <a:defRPr sz="1600" b="1">
                <a:solidFill>
                  <a:srgbClr val="FBBF24"/>
                </a:solidFill>
              </a:defRPr>
            </a:pPr>
            <a:r>
              <a:t>STEP 3</a:t>
            </a:r>
          </a:p>
          <a:p>
            <a:pPr>
              <a:defRPr sz="2200" b="1">
                <a:solidFill>
                  <a:srgbClr val="F1F5F9"/>
                </a:solidFill>
              </a:defRPr>
            </a:pPr>
            <a:r>
              <a:t>✅  CONFIRM</a:t>
            </a:r>
          </a:p>
          <a:p>
            <a:pPr>
              <a:defRPr sz="1600">
                <a:solidFill>
                  <a:srgbClr val="E2E8F0"/>
                </a:solidFill>
              </a:defRPr>
            </a:pPr>
            <a:r>
              <a:t>Try it. Watch for the Holy Spirit and others to confirm.</a:t>
            </a:r>
            <a:br/>
            <a:r>
              <a:t>Pastor Steve Moy was already pastoring before he was ordained.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B21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F0ABFC"/>
                </a:solidFill>
                <a:latin typeface="Calibri"/>
              </a:defRPr>
            </a:pPr>
            <a:r>
              <a:t>5 Discern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 i="0">
                <a:solidFill>
                  <a:srgbClr val="F1F5F9"/>
                </a:solidFill>
                <a:latin typeface="Calibri"/>
              </a:defRPr>
            </a:pPr>
            <a:r>
              <a:t>Ask Yourself…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🔥  Passion — Do I care?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10312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🎁  Gifting — Am I wired for it?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20040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🚪  Opportunity — Is a door opening?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200400"/>
            <a:ext cx="48463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/>
          <a:lstStyle/>
          <a:p>
            <a:pPr algn="l">
              <a:defRPr sz="2200">
                <a:solidFill>
                  <a:srgbClr val="E2E8F0"/>
                </a:solidFill>
              </a:defRPr>
            </a:pPr>
            <a:r>
              <a:t>🙏  Prayer + Spirit — Am I asking?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297680"/>
            <a:ext cx="10332720" cy="914400"/>
          </a:xfrm>
          <a:prstGeom prst="roundRect">
            <a:avLst/>
          </a:prstGeom>
          <a:solidFill>
            <a:srgbClr val="F1F5F9">
              <a:lumMod val="7000"/>
            </a:srgbClr>
          </a:solidFill>
          <a:ln w="12700">
            <a:solidFill>
              <a:srgbClr val="F0AB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>
                <a:solidFill>
                  <a:srgbClr val="E2E8F0"/>
                </a:solidFill>
              </a:defRPr>
            </a:pPr>
            <a:r>
              <a:t>👴  Wise Counsel — What do mature believers see in me?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925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94A3B8"/>
                </a:solidFill>
                <a:latin typeface="Calibri"/>
              </a:defRPr>
            </a:pPr>
            <a:r>
              <a:t>Pastor Rick Warren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 i="1">
                <a:solidFill>
                  <a:srgbClr val="E2E8F0"/>
                </a:solidFill>
                <a:latin typeface="Calibri"/>
              </a:defRPr>
            </a:pPr>
            <a:r>
              <a:t>"A great commitment to the</a:t>
            </a:r>
            <a:br/>
            <a:r>
              <a:t>Great Commandment</a:t>
            </a:r>
            <a:br/>
            <a:r>
              <a:t>and the Great Commission</a:t>
            </a:r>
            <a:br/>
            <a:r>
              <a:t>will make you a great Christian."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FBBF24"/>
                </a:solidFill>
                <a:latin typeface="Calibri"/>
              </a:defRPr>
            </a:pPr>
            <a:r>
              <a:t>Love God + love others + go and make disciples</a:t>
            </a:r>
            <a:br/>
            <a:r>
              <a:t>= a life that matters.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C4B5FD"/>
                </a:solidFill>
                <a:latin typeface="Calibri"/>
              </a:defRPr>
            </a:pPr>
            <a:r>
              <a:t>Recommended Video (~10 min)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1F5F9"/>
                </a:solidFill>
                <a:latin typeface="Calibri"/>
              </a:defRPr>
            </a:pPr>
            <a:r>
              <a:t>BibleProject: Acts 13–28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 i="0">
                <a:solidFill>
                  <a:srgbClr val="FBBF24"/>
                </a:solidFill>
                <a:latin typeface="Calibri"/>
              </a:defRPr>
            </a:pPr>
            <a:r>
              <a:t>▶  youtube.com/watch?v=Z6Yj5R3pqM4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 i="1">
                <a:solidFill>
                  <a:srgbClr val="94A3B8"/>
                </a:solidFill>
                <a:latin typeface="Calibri"/>
              </a:defRPr>
            </a:pPr>
            <a:r>
              <a:t>Click link above or search "BibleProject Acts 13-28"</a:t>
            </a:r>
            <a:br/>
            <a:r>
              <a:t>Covers Paul’s missionary journeys, starting from Acts 13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C1D9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FBBF24"/>
                </a:solidFill>
                <a:latin typeface="Calibri"/>
              </a:defRPr>
            </a:pPr>
            <a:r>
              <a:t>THE BOTTOM 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 i="1">
                <a:solidFill>
                  <a:srgbClr val="E2E8F0"/>
                </a:solidFill>
                <a:latin typeface="Calibri"/>
              </a:defRPr>
            </a:pPr>
            <a:r>
              <a:t>The Holy Spirit initiates.</a:t>
            </a:r>
            <a:br/>
            <a:r>
              <a:t>The Church responds — as Sender and as Sent.</a:t>
            </a:r>
            <a:br/>
            <a:br/>
            <a:r>
              <a:t>Your mission is real.</a:t>
            </a:r>
            <a:br/>
            <a:r>
              <a:t>Find it through Learn → Discern → Confirm.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0" i="0">
                <a:solidFill>
                  <a:srgbClr val="E2E8F0"/>
                </a:solidFill>
                <a:latin typeface="Calibri"/>
              </a:defRPr>
            </a:pPr>
            <a:r>
              <a:t>God already has a plan.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86EFAC"/>
                </a:solidFill>
                <a:latin typeface="Calibri"/>
              </a:defRPr>
            </a:pPr>
            <a:r>
              <a:t>You just need to find your place in it.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0" i="0">
                <a:solidFill>
                  <a:srgbClr val="F1F5F9"/>
                </a:solidFill>
                <a:latin typeface="Calibri"/>
              </a:defRPr>
            </a:pPr>
            <a:r>
              <a:t>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 i="0">
                <a:solidFill>
                  <a:srgbClr val="F1F5F9"/>
                </a:solidFill>
                <a:latin typeface="Calibri"/>
              </a:defRPr>
            </a:pPr>
            <a:r>
              <a:t>Small Group Time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0" i="0">
                <a:solidFill>
                  <a:srgbClr val="94A3B8"/>
                </a:solidFill>
                <a:latin typeface="Calibri"/>
              </a:defRPr>
            </a:pPr>
            <a:r>
              <a:t>Split into groups of 4-5 with a leader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818CF8"/>
                </a:solidFill>
                <a:latin typeface="Calibri"/>
              </a:defRPr>
            </a:pPr>
            <a:r>
              <a:t>No judgment zone. Share honestly.</a:t>
            </a:r>
            <a:br/>
            <a:r>
              <a:t>Ask questions. Listen to each other.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